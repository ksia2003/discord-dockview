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514807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DockView Presentation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multi-slide PowerPoint sample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 — Coverage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Documents · Images · 3D · Media · Presentation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 — Navigation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 prev/next to step through slides in the dock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